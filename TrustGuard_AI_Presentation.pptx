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0292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FINAL YEAR PROJECT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987552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TrustGuard AI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658368" y="1938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Verifier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" y="250545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extracting every factual claim, searching the live web for evidence,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delivering a per-claim verdict with a visual trust score — in seconds.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3474720"/>
            <a:ext cx="16002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74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React + TypeScript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59152" y="3474720"/>
            <a:ext cx="16002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152" y="3474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FastAPI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59936" y="3474720"/>
            <a:ext cx="16002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9936" y="3474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Gemini Flash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3474720"/>
            <a:ext cx="16002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474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Groq Llama 3.3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61504" y="3474720"/>
            <a:ext cx="16002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61504" y="3474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Tavily 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4480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Developed by: Saif ur Rahman  | 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C3AED"/>
                </a:solidFill>
              </a:rPr>
              <a:t>AI True or False?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TrustGuard AI?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TrustGuard AI is an intelligent fact-verification system that sits between AI-generated content and the user.
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automatically: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Extracts every factual claim from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Searches the live web for evidence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Returns per-claim verdicts with a trust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Supports multiple AI models and languages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196596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Interfaces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874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· Chrome Extension · REST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12280" y="914400"/>
            <a:ext cx="196596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4+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812280" y="1600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1874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Gemini · Groq · Claude · Mistral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724912"/>
            <a:ext cx="196596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3410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Engines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685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Tavily (primary) · DuckDuckGo (fallback)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2724912"/>
            <a:ext cx="196596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77063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∞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12280" y="3410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Languages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3685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Multilingual — detects &amp; replies in same language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 Hallucinations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fabricate facts and present them with complete confidence — users cannot distinguish truth from fiction.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6012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Fake Citations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1508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cite non-existent research papers, books, and sources that appear legitimate but do not exist.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53512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90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Verification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no fast, automated mechanism to cross-check AI-generated content against trusted real-world sources.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953512"/>
            <a:ext cx="41148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53512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090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Research &amp; Journalism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from AI propagates before it can be identified — causing real harm in academic and media contexts.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</a:rPr>
              <a:t>"AI hallucinates. TrustGuard catches it."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extract factual claims from any AI-generated text automatically using LLMs.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60120"/>
            <a:ext cx="6400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60120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32120" y="10972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claim against real-time web evidence via Tavily AI and DuckDuckGo fallback.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6400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4505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visual trust score (Verified / Uncertain / Hallucinated) per claim and overall.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313432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13432"/>
            <a:ext cx="6400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313432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24505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LLMs (Gemini, Groq, Claude, Mistral) with automatic key rotation &amp; fallback.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66744"/>
            <a:ext cx="6400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66744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80390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three accessible interfaces: web dashboard, Chrome extension, and REST API.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3666744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66744"/>
            <a:ext cx="64008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66744"/>
            <a:ext cx="640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380390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multilingual fact-checking — detecting input language and responding accordingly.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(Brief)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9144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0149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Ji et al. — Survey of Hallucination in NLG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3075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Categorized hallucination types in LLMs — intrinsic vs extrinsic; established evaluation benchmarks.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4792"/>
            <a:ext cx="9144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6479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18196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Guo et al. — Evaluating LLMs: Survey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11226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Identified factual consistency as a critical gap; proposed automated fact-checking pipelines.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9464"/>
            <a:ext cx="9144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946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2624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Meng et al. — ROME — Locating &amp; Editing Facts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291693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Showed factual knowledge is stored in specific transformer layers; paved way for targeted correction.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4136"/>
            <a:ext cx="9144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7413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3429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Nakano et al. — WebGPT / Retrieval-Augmented Gen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37216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Demonstrated that grounding LLMs with web search significantly reduces hallucination rates.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78808"/>
            <a:ext cx="9144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7880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233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Industry Tools — Perplexity AI, Factcheck.org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45262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Existing tools lack per-claim granularity, multilingual support, and real-time verification APIs.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TrustGuard AI — A multi-layer, real-time AI hallucination detection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19476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Fact Checking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Live web search via Tavily AI with DuckDuckGo fallback. No static databases.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41732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41732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65576" y="19476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 Trust 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65576" y="22860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Dynamic gauge: 100% Verified / 50% Uncertain / 0% Hallucinated per claim.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417320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41732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64224" y="19476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Multi-LLM Fallback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22860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Auto-switches Gemini → Groq → Claude → Mistral on rate limits or errors.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27832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9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6928" y="375818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Parallel Processing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09651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All claims verified simultaneously — near-instant results at scale.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55848" y="3227832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3227832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319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65576" y="375818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Multilingual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65576" y="409651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Auto-detects input language; explanations delivered in the same language.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3227832"/>
            <a:ext cx="2743200" cy="16642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227832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3192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64224" y="375818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Three Interfaces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64224" y="409651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Web Dashboard, Chrome Extension (right-click), and FastAPI REST endpoint.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645920" cy="8229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(Text / URL)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822960"/>
            <a:ext cx="16459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822960"/>
            <a:ext cx="16459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Chrome 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005840"/>
            <a:ext cx="14630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1554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(Key Rotation)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141732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41732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0" y="1417320"/>
            <a:ext cx="2743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AI Models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487168"/>
            <a:ext cx="1965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87168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1.5 Flash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2487168"/>
            <a:ext cx="1965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487168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Groq Llama 3.3-70B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487168"/>
            <a:ext cx="1965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87168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Claude Sonnet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487168"/>
            <a:ext cx="19659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487168"/>
            <a:ext cx="1965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Mistral (OpenRouter)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Search Layer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0" y="3520440"/>
            <a:ext cx="21031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Tavily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(Primary)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520440"/>
            <a:ext cx="21031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520440"/>
            <a:ext cx="2103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DuckDuckGo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(Fallback)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Trust Score + Per-Claim Verdict + Evidence Links  →  Returned to User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Text Input &amp; Preprocessing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78992" y="13716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text via Web Dashboard, Chrome Extension, or REST API. Input is cleaned and prepared for claim extraction.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50292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22392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Claim Extraction (LLM)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22392" y="13716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analyzes the text and extracts all discrete, verifiable factual claims as structured JSON.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13432"/>
            <a:ext cx="50292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13432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Parallel Web Search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78992" y="27249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is independently searched using Tavily AI. If unavailable, falls back to DuckDuckGo. All searches run in parallel for speed.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313432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13432"/>
            <a:ext cx="50292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13432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22392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Evidence Evaluation (LLM)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22392" y="27249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evaluates search results against each claim and assigns a verdict: Verified (green), Uncertain (amber), or Hallucinated (red).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66744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66744"/>
            <a:ext cx="502920" cy="1207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66744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Trust Score Calculation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78992" y="40782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overall trust score (0–100%) is computed from claim verdicts. Verified = 100pts, Uncertain = 50pts, Hallucinated = 0pts.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66744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66744"/>
            <a:ext cx="502920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66744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22392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Response Delivery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22392" y="40782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Per-claim verdicts, evidence URLs, and the visual trust gauge are returned to the user interface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claim_extractor.py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Claim Extractor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Gemini to extract all factual claims from input text and return them as structured JSON array.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96012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960120"/>
            <a:ext cx="27432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fact_checker.py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47288" y="1344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Fact Checker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170992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claim, calls the search module, assembles evidence context, and queries LLM for verdict.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96012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960120"/>
            <a:ext cx="27432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45936" y="1344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5936" y="170992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Tavily AI first. On failure/limit, seamlessly switches to DuckDuckGo. Returns top evidence snippets.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53512"/>
            <a:ext cx="27432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llm_router.py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Router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API key rotation (60s cooldown), multi-LLM fallback chain, and error handling.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2953512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55848" y="2953512"/>
            <a:ext cx="27432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TrustGauge.tsx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47288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Trust Gauge UI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47288" y="370332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rendering a dynamic circular gauge — green/amber/red based on overall trust %.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54496" y="2953512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2953512"/>
            <a:ext cx="27432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ClaimCard.tsx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45936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Claim Card UI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45936" y="370332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each claim with verdict badge, evidence links, and explanation text in a collapsible card.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Output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Sample Verification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1298448"/>
            <a:ext cx="2194560" cy="2194560"/>
          </a:xfrm>
          <a:prstGeom prst="ellipse">
            <a:avLst/>
          </a:prstGeom>
          <a:solidFill>
            <a:srgbClr val="1E293B"/>
          </a:solidFill>
          <a:ln w="762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72%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Trust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28346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1051560" cy="7315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01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VERIFIED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1097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"The Eiffel Tower is located in Paris, France."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960120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960120"/>
            <a:ext cx="28346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Evidence from web search supports this verdict with source links provided.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764792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764792"/>
            <a:ext cx="28346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764792"/>
            <a:ext cx="1051560" cy="7315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76479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VERIFIED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19019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"It was constructed between 1887 and 1889."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52160" y="1764792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1764792"/>
            <a:ext cx="28346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901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Evidence from web search supports this verdict with source links provided.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69464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569464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569464"/>
            <a:ext cx="1051560" cy="7315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56946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UNCERTAIN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72768" y="27066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"The tower receives over 10 million visitors annually."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52160" y="2569464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2569464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7066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Evidence from web search supports this verdict with source links provided.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374136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374136"/>
            <a:ext cx="28346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374136"/>
            <a:ext cx="1051560" cy="73152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7413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HALLUCINATED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72768" y="351129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"The Eiffel Tower stands 450 meters tall."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52160" y="3374136"/>
            <a:ext cx="28346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52160" y="3374136"/>
            <a:ext cx="28346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35112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Evidence from web search supports this verdict with source links provided.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2926080"/>
                <a:gridCol w="914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Type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Unit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Individual modules (claim_extractor, fact_checker, search)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pytest with mocked LLM and search responses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Integration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FastAPI /verify endpoint end-to-end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HTTP test client with real API calls (test keys)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LLM Fallback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Key rotation + multi-LLM chain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Simulated key exhaustion; verified fallback to Groq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Frontend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React components (TrustGauge, ClaimCard)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React Testing Library + manual visual QA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Chrome Extension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Background.js, content.js injection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Manual testing on 10+ real web pages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Performance 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Parallel claim processing speed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Measured time-to-result for 1–20 claims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Verification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No static database. Claims verified against live web — always current, no staleness.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96012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96012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33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47288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Per-Claim Granularity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18745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Unlike bulk scoring tools, every individual claim gets its own verdict and evidence.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96012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96012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033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45936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Downtime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5936" y="18745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Multi-LLM and multi-search fallback ensures 99%+ availability even during rate limiting.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53512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Multilingual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8679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Automatically detects and responds in the user's language — no configuration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2953512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55848" y="2953512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447288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Three Deployment Modes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47288" y="38679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Web dashboard, Chrome extension, and REST API cover all user contexts and workflows.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54496" y="2953512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2953512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🆓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45936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Free-Tier Friendly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45936" y="38679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Built on free-tier AI APIs (Gemini, Groq) with key rotation to maximise throughput at zero cost.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Phase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087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&amp; verification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328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PDF verification reports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5387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&amp; Edge extension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96012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Phase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55848" y="1389888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93008" y="15087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04488" y="15270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scoring — medical, legal, financial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93008" y="25146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04488" y="25328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synthetic media detection (image + audio)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93008" y="352044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04488" y="35387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annotations &amp; collaborative fact-checking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96012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Phase 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54496" y="1389888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91656" y="150876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03136" y="15270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webhook integration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91656" y="251460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03136" y="25328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browser overlay for any webpage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91656" y="352044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03136" y="35387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hallucination detection model (open-source)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12700">
            <a:solidFill>
              <a:srgbClr val="1E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100584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TrustGuard AI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addresses the critical challenge of AI hallucination by delivering a real-time, multi-interface fact-verification platform.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combines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claim extraction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verification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trust score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give users transparent, per-claim evidence — not just a black-box rating.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fact checking with live web evidence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fallback for 99%+ availability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794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interfaces — Web, Chrome Extension,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79476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794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open-source, free-tier friendly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3AED"/>
                </a:solidFill>
              </a:rPr>
              <a:t>"Because the truth still matters."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github.com/Saif8671/AI-HALUCINATION-VERIFIYER  ·  ai-halucination-verifiyer.vercel.app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TrustGuard AI - AI Hallucination Verifier</dc:title>
  <dc:subject>PptxGenJS Presentation</dc:subject>
  <dc:creator>PptxGenJS</dc:creator>
  <cp:lastModifiedBy>PptxGenJS</cp:lastModifiedBy>
  <cp:revision>1</cp:revision>
  <dcterms:created xsi:type="dcterms:W3CDTF">2026-03-18T10:58:07Z</dcterms:created>
  <dcterms:modified xsi:type="dcterms:W3CDTF">2026-03-18T10:58:07Z</dcterms:modified>
</cp:coreProperties>
</file>